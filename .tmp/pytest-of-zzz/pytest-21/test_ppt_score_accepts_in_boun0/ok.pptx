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00000" cy="1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项目 限制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