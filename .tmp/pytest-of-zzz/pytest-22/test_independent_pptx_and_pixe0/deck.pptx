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 Internal evaluation task packet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/>
              <a:t>Decision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Required fact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