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Create a one-slide executive summary with three aligned cards, consistent typography, and no overflow. Save and verify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