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09A1A"/>
                </a:solidFill>
                <a:latin typeface="Microsoft YaHei"/>
              </a:rPr>
              <a:t>P R E S E N T A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Evidence-Aware PPT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77639"/>
            <a:ext cx="1280160" cy="54864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0584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0">
                <a:solidFill>
                  <a:srgbClr val="878787"/>
                </a:solidFill>
                <a:latin typeface="Microsoft YaHei"/>
              </a:rPr>
              <a:t>From generic agent loop to render-feedback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4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78992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What competitors provide — and omit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37360"/>
            <a:ext cx="46177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1F3864"/>
                </a:solidFill>
                <a:latin typeface="Microsoft YaHei"/>
              </a:rPr>
              <a:t>Reusable harness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4617720" cy="3246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Typed tools and permissions</a:t>
            </a:r>
          </a:p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Skills/rules and context</a:t>
            </a:r>
          </a:p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Hooks, MCP, checkpoints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257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737360"/>
            <a:ext cx="46177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1F3864"/>
                </a:solidFill>
                <a:latin typeface="Microsoft YaHei"/>
              </a:rPr>
              <a:t>Document-specific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514600"/>
            <a:ext cx="4617720" cy="3246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No slide semantics</a:t>
            </a:r>
          </a:p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No render-inspect contract</a:t>
            </a:r>
          </a:p>
          <a:p>
            <a:pPr>
              <a:lnSpc>
                <a:spcPct val="120000"/>
              </a:lnSpc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No mutation-scoped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</a:rPr>
              <a:t>Reconstructed office-document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203545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475488" cy="47548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578254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79"/>
            <a:ext cx="1578254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Deck, shapes,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5846" y="1508760"/>
            <a:ext cx="203545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14446" y="1783080"/>
            <a:ext cx="475488" cy="47548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446" y="2560320"/>
            <a:ext cx="1578254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4446" y="3383279"/>
            <a:ext cx="1578254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Slide roles and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5892" y="1508760"/>
            <a:ext cx="203545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14492" y="1783080"/>
            <a:ext cx="475488" cy="47548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4492" y="2560320"/>
            <a:ext cx="1578254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Mutate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4492" y="3383279"/>
            <a:ext cx="1578254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Typed deck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5939" y="1508760"/>
            <a:ext cx="203545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14539" y="1783080"/>
            <a:ext cx="475488" cy="47548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4539" y="2560320"/>
            <a:ext cx="1578254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4539" y="3383279"/>
            <a:ext cx="1578254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PNG visual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5985" y="1508760"/>
            <a:ext cx="203545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4585" y="1783080"/>
            <a:ext cx="475488" cy="475488"/>
          </a:xfrm>
          <a:prstGeom prst="rect">
            <a:avLst/>
          </a:prstGeom>
          <a:solidFill>
            <a:srgbClr val="F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4585" y="2560320"/>
            <a:ext cx="1578254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4585" y="3383279"/>
            <a:ext cx="1578254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Targeted re-layout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>
                <a:solidFill>
                  <a:srgbClr val="1F3864"/>
                </a:solidFill>
                <a:latin typeface="Microsoft YaHei"/>
              </a:rPr>
              <a:t>Every mutation invalidates earlier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Current implementation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345948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0022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3200" b="1">
                <a:solidFill>
                  <a:srgbClr val="F09A1A"/>
                </a:solidFill>
                <a:latin typeface="Microsoft YaHei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Microsoft YaHei"/>
              </a:rPr>
              <a:t>tests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878787"/>
                </a:solidFill>
                <a:latin typeface="Microsoft YaHei"/>
              </a:rPr>
              <a:t>full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3880" y="1600200"/>
            <a:ext cx="345948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2480" y="1965960"/>
            <a:ext cx="30022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3200" b="1">
                <a:solidFill>
                  <a:srgbClr val="F09A1A"/>
                </a:solidFill>
                <a:latin typeface="Microsoft Ya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480" y="301752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Microsoft YaHei"/>
              </a:rPr>
              <a:t>edit primitives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480" y="379476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878787"/>
                </a:solidFill>
                <a:latin typeface="Microsoft YaHei"/>
              </a:rPr>
              <a:t>move, resize, delete, reorder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600200"/>
            <a:ext cx="345948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560" y="1965960"/>
            <a:ext cx="30022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3200" b="1">
                <a:solidFill>
                  <a:srgbClr val="F09A1A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301752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Microsoft YaHei"/>
              </a:rPr>
              <a:t>evidence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794760"/>
            <a:ext cx="30022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878787"/>
                </a:solidFill>
                <a:latin typeface="Microsoft YaHei"/>
              </a:rPr>
              <a:t>structural, render,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527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Pixel checks are reliability gates, not aesthetic judges.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