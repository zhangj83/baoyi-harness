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Create a 3-slide presentation about coffee: cover, two-column comparison of espresso and pour-over, and one KPI slide. Save and verify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coffee espresso pour-over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Create a 3-slide presentation about coffee: cover, two-column comparison of espresso and pour-over, and one KPI slide. Save and verify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Create a 3-slide presentation about coffee: cover, two-column comparison of espresso and pour-over, and one KPI slide. Save and verify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