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Create a concise two-slide benchmark summary from dense notes, preserving the key numbers and avoiding text overflow. Save and verify it.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benchmark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Create a concise two-slide benchmark summary from dense notes, preserving the key numbers and avoiding text overflow. Save and verify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