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Open the existing deck, improve the title slide hierarchy without changing its topic, save it, and verify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