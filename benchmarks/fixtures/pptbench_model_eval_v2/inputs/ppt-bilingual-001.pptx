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bilingual English-Chinese project overview with a title, process, and limitations slide. Keep hierarchy and typography consistent. Save and verify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限制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bilingual English-Chinese project overview with a title, process, and limitations slide. Keep hierarchy and typography consistent. Save and verify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bilingual English-Chinese project overview with a title, process, and limitations slide. Keep hierarchy and typography consistent. Save and verify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